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quarter was characterised by a number of developments across the regions which we will now go through in considerable detail, region by region, product by product. The quarter was characterised by a number of developments across the regions which we will now go through in considerable detail, region by region, product by product. The quarter was characterised by a number of developments across the regions which we will now go through in considerable detail, region by region, product by product. The quarter was characterised by a number of developments across the regions which we will now go through in considerable detail, region by region, product by product. The quarter was characterised by a number of developments across the regions which we will now go through in considerable detail, region by region, product by product. The quarter was characterised by a number of developments across the regions which we will now go through in considerable detail, region by region, product by product.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