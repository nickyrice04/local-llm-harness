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1420</c:v>
                </c:pt>
                <c:pt idx="1">
                  <c:v>850</c:v>
                </c:pt>
                <c:pt idx="2">
                  <c:v>580</c:v>
                </c:pt>
                <c:pt idx="3">
                  <c:v>410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Welcome; three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concentration.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Owners and dates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AFAF7"/>
                </a:solidFill>
              </a:defRPr>
            </a:pPr>
            <a:r>
              <a:t>Q3 sales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North carries the quarter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North is 44% of sales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Four regions, 3,260 total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Three things to do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097280" cy="54864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Rebalance the pipeline toward east and west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Repeat the north playbook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 Review gizmo pricing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