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Welcome. Seymour is a new kind of AI workspace that runs entirely on your machine. No cloud uploads, no data brokers, no latency. Let me show you how it 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 AI tools send your data to someone else's servers. Seymour flips that model. The AI runs locally, the data stays local, and you control every connection.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Seymour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Local-First AI Workspace</a:t>
            </a:r>
          </a:p>
          <a:p>
            <a:r>
              <a:t>Built for Speed, Privacy, and You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AI should be personal, private, and fast — not dependent on a cloud service.</a:t>
            </a:r>
          </a:p>
          <a:p>
            <a:pPr>
              <a:defRPr sz="2400"/>
            </a:pPr>
            <a:r>
              <a:t>Seymour puts a local AI assistant in the same workspace where you already work.</a:t>
            </a:r>
          </a:p>
          <a:p>
            <a:pPr>
              <a:defRPr sz="2400"/>
            </a:pPr>
            <a:r>
              <a:t>Your documents, code, and data never leave your machine unless you choose to share them.</a:t>
            </a:r>
          </a:p>
          <a:p>
            <a:pPr>
              <a:defRPr sz="2400"/>
            </a:pPr>
            <a:r>
              <a:t>Open architecture: plug in the models and tools you trust.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 native desktop app that watches your open files and folders.</a:t>
            </a:r>
          </a:p>
          <a:p>
            <a:pPr>
              <a:defRPr sz="2200"/>
            </a:pPr>
            <a:r>
              <a:t>A local inference engine (Ollama, llama.cpp, or ONNX Runtime) runs the model on your CPU or GPU.</a:t>
            </a:r>
          </a:p>
          <a:p>
            <a:pPr>
              <a:defRPr sz="2200"/>
            </a:pPr>
            <a:r>
              <a:t>Natural-language queries, auto-summarization, and code suggestions are answered in real time.</a:t>
            </a:r>
          </a:p>
          <a:p>
            <a:pPr>
              <a:defRPr sz="2200"/>
            </a:pPr>
            <a:r>
              <a:t>Syncs across your devices via a private peer-to-peer relay — no central server.</a:t>
            </a:r>
          </a:p>
          <a:p>
            <a:pPr>
              <a:defRPr sz="2200"/>
            </a:pPr>
            <a:r>
              <a:t>Extensible plugin system for custom integrations, scripts, and workflows.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Local First?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Privacy by default — your data stays on your hardware.</a:t>
            </a:r>
          </a:p>
          <a:p>
            <a:pPr>
              <a:defRPr sz="2200"/>
            </a:pPr>
            <a:r>
              <a:t>Offline capability — works on a plane, a train, or anywhere without internet.</a:t>
            </a:r>
          </a:p>
          <a:p>
            <a:pPr>
              <a:defRPr sz="2200"/>
            </a:pPr>
            <a:r>
              <a:t>No per-token or monthly fees for core features; you own the compute.</a:t>
            </a:r>
          </a:p>
          <a:p>
            <a:pPr>
              <a:defRPr sz="2200"/>
            </a:pPr>
            <a:r>
              <a:t>Lower latency — responses come back in milliseconds, not seconds.</a:t>
            </a:r>
          </a:p>
          <a:p>
            <a:pPr>
              <a:defRPr sz="2200"/>
            </a:pPr>
            <a:r>
              <a:t>Compliance-ready — satisfies GDPR, HIPAA, and other data-sovereignty requirements out of the box.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Install the Seymour beta (macOS, Windows, Linux) — link in handouts.</a:t>
            </a:r>
          </a:p>
          <a:p>
            <a:pPr>
              <a:defRPr sz="2200"/>
            </a:pPr>
            <a:r>
              <a:t>Connect a local model via Ollama or bring your own ONNX model.</a:t>
            </a:r>
          </a:p>
          <a:p>
            <a:pPr>
              <a:defRPr sz="2200"/>
            </a:pPr>
            <a:r>
              <a:t>Join the community Discord for feedback, feature requests, and plugin sharing.</a:t>
            </a:r>
          </a:p>
          <a:p>
            <a:pPr>
              <a:defRPr sz="2200"/>
            </a:pPr>
            <a:r>
              <a:t>Contribute to the open-source repo on GitHub.</a:t>
            </a:r>
          </a:p>
          <a:p>
            <a:pPr>
              <a:defRPr sz="2200"/>
            </a:pPr>
            <a:r>
              <a:t>Tell us about your use case — we build for the people who use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