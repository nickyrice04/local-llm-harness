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Seymour isn't just a chatbot; it's a workspace companion that respects your boundaries. Imagine having an assistant that knows your codebase intimately but never sends a single byte to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an era of data breaches and privacy concerns, local-first AI offers a sanctuary. It's not just about security; it's about ownership and control over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Seymour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Local-First AI Workspace for Building &amp; Privacy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Privacy-first AI: Your data stays on your machine.</a:t>
            </a:r>
          </a:p>
          <a:p>
            <a:pPr/>
            <a:r>
              <a:t>Three-eyed perspective: See your code and context from multiple angles.</a:t>
            </a:r>
          </a:p>
          <a:p>
            <a:pPr/>
            <a:r>
              <a:t>Built for builders: Understands your projects by helping you build them.</a:t>
            </a:r>
          </a:p>
          <a:p>
            <a:pPr/>
            <a:r>
              <a:t>Zero latency: Instant responses without waiting for the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Local LLMs: Runs models directly on your hardware.</a:t>
            </a:r>
          </a:p>
          <a:p>
            <a:pPr/>
            <a:r>
              <a:t>File System Integration: Reads and writes to your project files securely.</a:t>
            </a:r>
          </a:p>
          <a:p>
            <a:pPr/>
            <a:r>
              <a:t>Tool Use: Executes commands and builds things in real-time.</a:t>
            </a:r>
          </a:p>
          <a:p>
            <a:pPr/>
            <a:r>
              <a:t>Context Aware: Remembers your project structure and 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Total Privacy: No data leaves your device.</a:t>
            </a:r>
          </a:p>
          <a:p>
            <a:pPr/>
            <a:r>
              <a:t>Reliability: Works offline and without internet dependency.</a:t>
            </a:r>
          </a:p>
          <a:p>
            <a:pPr/>
            <a:r>
              <a:t>Cost-Effective: No subscription fees for API calls.</a:t>
            </a:r>
          </a:p>
          <a:p>
            <a:pPr/>
            <a:r>
              <a:t>Security: Reduced attack surface by eliminating cloud transmission.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Prototype development: Build a minimal viable assistant.</a:t>
            </a:r>
          </a:p>
          <a:p>
            <a:pPr/>
            <a:r>
              <a:t>User testing: Gather feedback from early adopters.</a:t>
            </a:r>
          </a:p>
          <a:p>
            <a:pPr/>
            <a:r>
              <a:t>Model optimization: Fine-tune for specific development tasks.</a:t>
            </a:r>
          </a:p>
          <a:p>
            <a:pPr/>
            <a:r>
              <a:t>Community building: Create a platform for sharing local AI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