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412500</c:v>
                </c:pt>
                <c:pt idx="1">
                  <c:v>263900</c:v>
                </c:pt>
                <c:pt idx="2">
                  <c:v>185700</c:v>
                </c:pt>
                <c:pt idx="3">
                  <c:v>145100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200">
                    <a:solidFill>
                      <a:srgbClr val="6B7280"/>
                    </a:solidFill>
                  </a:defRPr>
                </a:pPr>
                <a:r>
                  <a:t>Revenue ($)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we're reviewing Q1 2026 performance for Libra. We'll look at revenue trends, regional performance, key metrics, risks,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 is our strongest region, contributing over 41% of total revenue. All regions showed positive momentum, but North's dominance is a key observation. Total Q1 revenue was $1,007,200.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Q1 revenue was $1,007,200. North was the best performing region. We saw +12.8% growth from January to March, and our customer base grew to 2,688.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biggest risk is over-reliance on the North region. The West is small but growing. East had a February dip but recovered. We should monitor CAC as we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focus on diversification. We'll launch campaigns in smaller regions, replicate North's success elsewhere, investigate the East dip, and review pricing for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I'm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AFAF7"/>
                </a:solidFill>
              </a:defRPr>
            </a:pPr>
            <a:r>
              <a:t>Q1 2026 Revenue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49039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9D1D9"/>
                </a:solidFill>
              </a:defRPr>
            </a:pPr>
            <a:r>
              <a:t>Libra | Leadership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Revenue by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Total Q1 Revenue: $1,007,200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North leads with $412,500 (41%)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Consistent growth across all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B7280"/>
                </a:solidFill>
              </a:defRPr>
            </a:pPr>
            <a:r>
              <a:t>Total Q1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$1,007,200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Jan–Mar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B7280"/>
                </a:solidFill>
              </a:defRPr>
            </a:pPr>
            <a:r>
              <a:t>Best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North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$412,500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B7280"/>
                </a:solidFill>
              </a:defRPr>
            </a:pPr>
            <a:r>
              <a:t>Jan to Mar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+12.8%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Revenue increase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B7280"/>
                </a:solidFill>
              </a:defRPr>
            </a:pPr>
            <a:r>
              <a:t>Total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2,688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Across all regions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Risks &amp; Observations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North dependency: North contributes 41% of revenue.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West is smallest region (145,100), but growing steadily.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East saw a dip in Feb, recovered in Mar (+14.3%).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Customer acquisition cost may rise as we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Diversify revenue: Launch targeted campaigns in West and East.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Replicate North's playbook in other regions.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Investigate February dip in East to prevent recurrence.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Review pricing strategy for Q2 to optimize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AFAF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9D1D9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